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短视频营销研究报告（PPT）逐页稿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文件说明：下面为建议的 PPT 页序与每页完整要点与讲稿（可直接复制到 PowerPoint 并配图表）。共计 14 页（含封面与附录）。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幻灯片 1：封面</a:t>
            </a:r>
          </a:p>
          <a:p>
            <a:pPr lvl="0"/>
            <a:r>
              <a:rPr/>
              <a:t>标题：短视频营销对快消品影响研究（中国大众市场）</a:t>
            </a:r>
          </a:p>
          <a:p>
            <a:pPr lvl="0"/>
            <a:r>
              <a:rPr/>
              <a:t>副标题：研究对象：快消品（目标群体：中国大众） | 时间：YYYY.MM.DD</a:t>
            </a:r>
          </a:p>
          <a:p>
            <a:pPr lvl="0"/>
            <a:r>
              <a:rPr/>
              <a:t>制作：XX调研 / 呈报：品牌/客户</a:t>
            </a:r>
          </a:p>
          <a:p>
            <a:pPr lvl="0" indent="0" marL="0">
              <a:buNone/>
            </a:pPr>
            <a:r>
              <a:rPr/>
              <a:t>讲稿要点：一句话引入研究背景与目的。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幻灯片 2：执行摘要（1页结论）</a:t>
            </a:r>
          </a:p>
          <a:p>
            <a:pPr lvl="0"/>
            <a:r>
              <a:rPr/>
              <a:t>3–5 条关键结论（示例占位）</a:t>
            </a:r>
          </a:p>
          <a:p>
            <a:pPr lvl="1" indent="-342900" marL="685800">
              <a:buAutoNum type="arabicParenR"/>
            </a:pPr>
            <a:r>
              <a:rPr/>
              <a:t>短视频曝光显著提升品牌提示式知晓度（+X个百分点）</a:t>
            </a:r>
          </a:p>
          <a:p>
            <a:pPr lvl="1" indent="-342900" marL="685800">
              <a:buAutoNum type="arabicParenR"/>
            </a:pPr>
            <a:r>
              <a:rPr/>
              <a:t>达人型内容在短期转化中表现最佳，UGC 信任度高但转化滞后</a:t>
            </a:r>
          </a:p>
          <a:p>
            <a:pPr lvl="1" indent="-342900" marL="685800">
              <a:buAutoNum type="arabicParenR"/>
            </a:pPr>
            <a:r>
              <a:rPr/>
              <a:t>完播率与互动是预测购买意向的关键指标</a:t>
            </a:r>
          </a:p>
          <a:p>
            <a:pPr lvl="0"/>
            <a:r>
              <a:rPr/>
              <a:t>主要建议（3条）</a:t>
            </a:r>
          </a:p>
          <a:p>
            <a:pPr lvl="1"/>
            <a:r>
              <a:rPr/>
              <a:t>优先投放达人式内容于用户高活跃平台</a:t>
            </a:r>
          </a:p>
          <a:p>
            <a:pPr lvl="1"/>
            <a:r>
              <a:rPr/>
              <a:t>优化视频前3秒与CTA，提升完播与点击</a:t>
            </a:r>
          </a:p>
          <a:p>
            <a:pPr lvl="1"/>
            <a:r>
              <a:rPr/>
              <a:t>结合兑换码追踪与分群投放以提高ROI</a:t>
            </a:r>
          </a:p>
          <a:p>
            <a:pPr lvl="0" indent="0" marL="0">
              <a:buNone/>
            </a:pPr>
            <a:r>
              <a:rPr/>
              <a:t>讲稿要点：将结论用一句话总结，便于高层快速吸收。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幻灯片 3：研究目的与问题</a:t>
            </a:r>
          </a:p>
          <a:p>
            <a:pPr lvl="0"/>
            <a:r>
              <a:rPr/>
              <a:t>研究目的（1段）</a:t>
            </a:r>
          </a:p>
          <a:p>
            <a:pPr lvl="0"/>
            <a:r>
              <a:rPr/>
              <a:t>研究问题（列出RQ1–RQ5）</a:t>
            </a:r>
          </a:p>
          <a:p>
            <a:pPr lvl="0" indent="0" marL="0">
              <a:buNone/>
            </a:pPr>
            <a:r>
              <a:rPr/>
              <a:t>讲稿要点：重申研究的商业动机与决策问题。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幻灯片 4：研究方法概览</a:t>
            </a:r>
          </a:p>
          <a:p>
            <a:pPr lvl="0"/>
            <a:r>
              <a:rPr/>
              <a:t>样本：全国在线样本 n=1,200；四组实验子样本 each n≈250</a:t>
            </a:r>
          </a:p>
          <a:p>
            <a:pPr lvl="0"/>
            <a:r>
              <a:rPr/>
              <a:t>方法：在线问卷（前测）+ 嵌入式短视频随机实验 + 追踪购买（兑换码/自报）+ 质性补充（若有）</a:t>
            </a:r>
          </a:p>
          <a:p>
            <a:pPr lvl="0"/>
            <a:r>
              <a:rPr/>
              <a:t>数据清洗与质量控制要点</a:t>
            </a:r>
          </a:p>
          <a:p>
            <a:pPr lvl="0" indent="0" marL="0">
              <a:buNone/>
            </a:pPr>
            <a:r>
              <a:rPr/>
              <a:t>讲稿要点：说明样本代表性与实验随机化保障因果解释。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幻灯片 5：样本描述</a:t>
            </a:r>
          </a:p>
          <a:p>
            <a:pPr lvl="0"/>
            <a:r>
              <a:rPr/>
              <a:t>年龄/性别/城市等级/短视频平台使用时长（柱状图/饼图）</a:t>
            </a:r>
          </a:p>
          <a:p>
            <a:pPr lvl="0" indent="0" marL="0">
              <a:buNone/>
            </a:pPr>
            <a:r>
              <a:rPr/>
              <a:t>讲稿要点：指出样本与目标人群的一致性或差异。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幻灯片 6：基线品牌认知（前测）</a:t>
            </a:r>
          </a:p>
          <a:p>
            <a:pPr lvl="0"/>
            <a:r>
              <a:rPr/>
              <a:t>未提示与提示式知晓率（表格/条形图）</a:t>
            </a:r>
          </a:p>
          <a:p>
            <a:pPr lvl="0" indent="0" marL="0">
              <a:buNone/>
            </a:pPr>
            <a:r>
              <a:rPr/>
              <a:t>讲稿要点：强调基线认知哪个品牌处于优势，作为实验效果对比的参考。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幻灯片 7：曝光效果（总体）</a:t>
            </a:r>
          </a:p>
          <a:p>
            <a:pPr lvl="0"/>
            <a:r>
              <a:rPr/>
              <a:t>曝光组 vs 对照组：品牌认知、品牌态度、购买意向变化（差异图）</a:t>
            </a:r>
          </a:p>
          <a:p>
            <a:pPr lvl="0" indent="0" marL="0">
              <a:buNone/>
            </a:pPr>
            <a:r>
              <a:rPr/>
              <a:t>讲稿要点：突出平均处理效应（ATE）和统计显著性。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幻灯片 8：内容形式比较（官方 / 达人 / UGC）</a:t>
            </a:r>
          </a:p>
          <a:p>
            <a:pPr lvl="0"/>
            <a:r>
              <a:rPr/>
              <a:t>四组后测指标对比图（品牌态度、购买意向、可信度、完播率）</a:t>
            </a:r>
          </a:p>
          <a:p>
            <a:pPr lvl="0" indent="0" marL="0">
              <a:buNone/>
            </a:pPr>
            <a:r>
              <a:rPr/>
              <a:t>讲稿要点：指出各类型的强项与短板（例如：达人高转化、UGC可信但信息不全）。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幻灯片 9：剂量-反应分析</a:t>
            </a:r>
          </a:p>
          <a:p>
            <a:pPr lvl="0"/>
            <a:r>
              <a:rPr/>
              <a:t>完播率、观看时长、互动数与购买意向/实际购买的关系图（散点或分组均值）</a:t>
            </a:r>
          </a:p>
          <a:p>
            <a:pPr lvl="0" indent="0" marL="0">
              <a:buNone/>
            </a:pPr>
            <a:r>
              <a:rPr/>
              <a:t>讲稿要点：建议把完播/互动作为实时投放优化的 KPI。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幻灯片 10：分群洞察（高反应群体）</a:t>
            </a:r>
          </a:p>
          <a:p>
            <a:pPr lvl="0"/>
            <a:r>
              <a:rPr/>
              <a:t>按年龄/地域/平台使用频次划分的效果异质性（热力图或表格）</a:t>
            </a:r>
          </a:p>
          <a:p>
            <a:pPr lvl="0" indent="0" marL="0">
              <a:buNone/>
            </a:pPr>
            <a:r>
              <a:rPr/>
              <a:t>讲稿要点：指出哪些人群对哪类内容最敏感，便于定向投放。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幻灯片 11：ROI 与投放建议（如果有销售数据则做实际ROI估算）</a:t>
            </a:r>
          </a:p>
          <a:p>
            <a:pPr lvl="0"/>
            <a:r>
              <a:rPr/>
              <a:t>简要 ROI 模型：新增购买量估算 × 客单价 ÷ 投放成本 = 投放 ROI（示例公式）</a:t>
            </a:r>
          </a:p>
          <a:p>
            <a:pPr lvl="0"/>
            <a:r>
              <a:rPr/>
              <a:t>投放优化建议（预算分配、KPI设定、A/B 测试建议）</a:t>
            </a:r>
          </a:p>
          <a:p>
            <a:pPr lvl="0" indent="0" marL="0">
              <a:buNone/>
            </a:pPr>
            <a:r>
              <a:rPr/>
              <a:t>讲稿要点：对不同内容类型给出预算建议（如达人优先、中短期加大投入）。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幻灯片 12：实验方法学质量与局限</a:t>
            </a:r>
          </a:p>
          <a:p>
            <a:pPr lvl="0"/>
            <a:r>
              <a:rPr/>
              <a:t>可能偏差（记忆偏差、自报问题）</a:t>
            </a:r>
          </a:p>
          <a:p>
            <a:pPr lvl="0"/>
            <a:r>
              <a:rPr/>
              <a:t>已采取的缓解措施（兑码追踪、注意力检测、随机化检查）</a:t>
            </a:r>
          </a:p>
          <a:p>
            <a:pPr lvl="0"/>
            <a:r>
              <a:rPr/>
              <a:t>建议的后续验证（长期跟踪、整合电商数据）</a:t>
            </a:r>
          </a:p>
          <a:p>
            <a:pPr lvl="0" indent="0" marL="0">
              <a:buNone/>
            </a:pPr>
            <a:r>
              <a:rPr/>
              <a:t>讲稿要点：诚实呈现限制并提出改进路径，增加报告可信度。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幻灯片 13：行动计划（可执行的 90 天投放计划）</a:t>
            </a:r>
          </a:p>
          <a:p>
            <a:pPr lvl="0"/>
            <a:r>
              <a:rPr/>
              <a:t>第1月：小样试点（不同内容各投放X万元，监测完播与点击）</a:t>
            </a:r>
          </a:p>
          <a:p>
            <a:pPr lvl="0"/>
            <a:r>
              <a:rPr/>
              <a:t>第2月：放大高效组合 + 优化创意（CTA/前3秒）</a:t>
            </a:r>
          </a:p>
          <a:p>
            <a:pPr lvl="0"/>
            <a:r>
              <a:rPr/>
              <a:t>第3月：整合电商链接/兑换码，做 ROI 验证</a:t>
            </a:r>
          </a:p>
          <a:p>
            <a:pPr lvl="0" indent="0" marL="0">
              <a:buNone/>
            </a:pPr>
            <a:r>
              <a:rPr/>
              <a:t>讲稿要点：列出明确的执行里程碑与责任人（若已指定）。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幻灯片 14：附录（问卷样本、统计方法、原始指标表）</a:t>
            </a:r>
          </a:p>
          <a:p>
            <a:pPr lvl="0"/>
            <a:r>
              <a:rPr/>
              <a:t>将问卷副本、回归模型说明、完整变量表放在附录中</a:t>
            </a:r>
          </a:p>
          <a:p>
            <a:pPr lvl="0" indent="0" marL="0">
              <a:buNone/>
            </a:pPr>
            <a:r>
              <a:rPr/>
              <a:t>讲稿要点：便于后续技术讨论或复检。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制作建议（视觉与图表）</a:t>
            </a:r>
          </a:p>
          <a:p>
            <a:pPr lvl="0"/>
            <a:r>
              <a:rPr/>
              <a:t>每页控制关键词不超过6条，图表使用清晰颜色区分组别</a:t>
            </a:r>
          </a:p>
          <a:p>
            <a:pPr lvl="0"/>
            <a:r>
              <a:rPr/>
              <a:t>实验结果用“均值差 + 置信区间”展示，统计显著性用星号标注</a:t>
            </a:r>
          </a:p>
          <a:p>
            <a:pPr lvl="0"/>
            <a:r>
              <a:rPr/>
              <a:t>附上样本量与 p 值表格，便于审阅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2026-10-16T13:07:57Z</dcterms:created>
  <dcterms:modified xsi:type="dcterms:W3CDTF">2026-10-16T13:07:57Z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